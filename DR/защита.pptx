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2717" autoAdjust="0"/>
  </p:normalViewPr>
  <p:slideViewPr>
    <p:cSldViewPr snapToGrid="0">
      <p:cViewPr varScale="1">
        <p:scale>
          <a:sx n="83" d="100"/>
          <a:sy n="83" d="100"/>
        </p:scale>
        <p:origin x="163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bg-B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394850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4365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14780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13858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94387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16027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21424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53124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bg-B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3860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635088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1342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B30504-7B8C-417C-9E68-353FFE08AE4F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18695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34564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14709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1</cp:revision>
  <dcterms:created xsi:type="dcterms:W3CDTF">2026-04-27T09:16:50Z</dcterms:created>
  <dcterms:modified xsi:type="dcterms:W3CDTF">2026-04-27T09:18:19Z</dcterms:modified>
</cp:coreProperties>
</file>